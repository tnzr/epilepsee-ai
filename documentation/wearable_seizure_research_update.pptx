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8C2B29-DD27-48FB-8ECF-4491672789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27B3F1-AA4C-45B1-AB9A-F3B5DFA1A9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68B95A-62CF-48CC-8F17-206383F856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1F8978B-FCDC-4627-8E35-F16BF21327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75852CA-EE72-46C2-965D-3A90777028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D2F06F3-58AB-4103-A9ED-92302983F1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8DD82A0-F9DC-4EA2-95DC-6BA57D61E3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0224C81-FED7-4EAA-84AA-1C11494B34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453038-57CC-40FA-8F9F-C62A9E5A5E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EF3B7A3-0CC3-4D14-A19B-D41CD0698F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D317468-8266-4C3E-B2FA-F213A3FB18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BCA26F-5A4E-4A8E-874F-DFA7092D0B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6C6EEE-B0BD-4C02-99A0-FC7DA2143F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FDCD52-8802-46E3-88E7-AF24E7B3DC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730DB0-50F0-46F2-AB00-4DEDB32470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B06079-FB53-40BE-9505-AF068DD700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F524DB-FDD3-4C2A-B122-BDD2E2E820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31CEBE-20C6-4B58-8DE6-2E3D504AD4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EA7BD8-FCBC-441A-866E-699637B78A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8FD629-71A5-4C11-86F7-760E88972F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13E8C4-4D74-449C-94DD-37F7E65A3C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56FB00-D46C-4F1F-933F-B5AA859AD5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Seizure Detection with Wearable Data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Dataset Comparison, Modeling Adaptations, and Progress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Bryan Garcia Rodriguez • FIU • SP2026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Motivation &amp; Goal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Develop seizure detection models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Bridge clinical → wearable data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Datasets Overview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SeizeIT2: 125 pts, 886 seizures, EEG/ECG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Oregon: 7 subjects, 5 seizures, PPG + motion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Realization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Wearable ≠ ECG/EEG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Reality: PPG + accelerometer only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332640" y="2971800"/>
            <a:ext cx="4925160" cy="353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Dataset Scale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SeizeIT2: large, balanced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Oregon: small, sparse seizures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Modeling Shift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From ECG waveform → PPG + motion features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Windowed feature tensors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 Quality Fix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Removed flat windows (low variance)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Improved training stability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3886200" y="2743200"/>
            <a:ext cx="5262120" cy="376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Visualization Differences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Clinical: dynamic signals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Wearable: flat feature proxies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Current Hurdles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 saturation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Visualization mismatch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Label alignment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4269600" y="2743200"/>
            <a:ext cx="4874400" cy="347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Next Steps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Class balancing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Loss tuning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Better visualization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Deployment Reality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Smartwatch = PPG + motion only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Takeaways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Pipeline redesigned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limited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 needs refinement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Future Work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Transfer learning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Better temporal models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Real-time alignment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Closing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Functional pipeline built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Next: robustness &amp; deployment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2026-03-25T12:47:50Z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